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30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4704" y="795528"/>
            <a:ext cx="1828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997200" y="940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</a:t>
            </a:r>
            <a:r>
              <a:rPr lang="vi-VN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LẠC HỒNG</a:t>
            </a: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KHOA CÔNG NGHỆ THÔNG TIN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-908172" y="13026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BẢO VỆ ĐỒ ÁN TỐT NGHIỆP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802800" y="19045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AUTOCARE OFFICE HELPER (ACOH)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-280800" y="27351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Số Hóa &amp; Tự Động Quản Lý Lịch Đăng Kiểm, Bảo Dưỡng, Bảo Hiểm Phương Tiện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22758" y="3295440"/>
            <a:ext cx="6698484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6240" y="33084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GIẢNG VIÊN HƯỚNG DẪN
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ThS. </a:t>
            </a:r>
            <a:r>
              <a:rPr lang="vi-VN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Nguyễn Minh Phúc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34476" y="333756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VIÊN THỰC HIỆN
</a:t>
            </a:r>
            <a:r>
              <a:rPr lang="vi-VN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Huỳnh Võ Hoài Như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dirty="0" err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Khóa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vi-VN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BỐI CẢNH &amp; TÍNH CẤP THIẾT CỦA ĐỀ TÀI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Lý do nghiên cứu, khó khăn thực tế của chủ xe và các cơ sở dịch vụ bảo dưỡng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204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Quên mốc pháp lý &amp; bảo dưỡng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1546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Chủ xe (đặc biệt giới văn phòng) thường quên chu kỳ đăng kiểm, hạn bảo hiểm bắt buộc TNDS.
• Bị xử phạt hành chính từ 4 - 16 triệu đồng và tước GPLX khi quá hạn đăng kiểm.
• Quên thay dầu nhớt, nước làm mát định kỳ gây hao mòn động cơ nghiêm trọng.
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520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371600"/>
            <a:ext cx="3520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Quản trị thủ công &amp; Rời rạc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103120"/>
            <a:ext cx="31546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Ghi chép sổ tay hoặc giữ giấy tờ rời rạc, dễ thất lạc hóa đơn sửa chữa.
• Không có công cụ tính toán chi phí vận hành (TCO) và theo dõi biến động kilomet thực tế.
• Khó quản lý đội xe dịch vụ (Grab, Taxi, Hợp tác xã, xe thương mại).
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371600"/>
            <a:ext cx="35204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371600"/>
            <a:ext cx="3520440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Gara dịch vụ thiếu số hóa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2103120"/>
            <a:ext cx="31546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Đặt lịch thủ công qua điện thoại, tỷ lệ lỡ hẹn và dồn ứ xe vào giờ cao điểm.
• Quy trình tiếp nhận, báo giá và nghiệm thu chưa minh bạch, tốn thời gian trao đổi.
• Thiếu sổ nhật ký điện tử liên thông giữa khách hàng và xưởng dịch vụ.
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MỤC TIÊU &amp; HỆ THỐNG ĐỀ XUẤT ACOH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AutoCare Office Helper kết nối toàn diện Chủ xe - Gara - Quản trị viên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CỐT LÕI CỦA ĐỒ ÁN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Số hóa tập trung: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trữ toàn diện hồ sơ phương tiện, đăng kiểm, bảo hiểm, nhật ký sửa chữa trên đám mây.
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Cảnh báo tự động đa kênh: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Quét ngầm Cron Job lúc 00:00, đẩy cảnh báo Real-time Socket.IO &amp; Email SMTP trước hạn.
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Khép kín quy trình Gara 4 bước: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Tiếp nhận xe → Kiểm tra mốc km → Báo giá điện tử → Thi công &amp; Xuất hóa đơn.
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Ứng dụng Trí tuệ Nhân tạo (AI): 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OCR quét biển số xe qua WebCam thực tế và AI Chatbot hỗ trợ kỹ thuật xe 24/7.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PHÂN QUYỀN ĐA VAI TRÒ (RBAC)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2194560"/>
            <a:ext cx="48463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CHỦ PHƯƠNG TIỆN (USER)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xe ô tô/xe máy, cập nhật nhanh số km, nhận cảnh báo hết hạn, đặt lịch sửa chữa, xem biểu đồ chi tiêu và hỏi đáp với AI Chatbot.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3474720"/>
            <a:ext cx="48463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566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 ĐỐI TÁC (GARAGE)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38404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Tiếp nhận xe qua quét biển số OCR WebCam, duyệt lịch hẹn, lập báo giá theo mốc km, cập nhật sổ bảo dưỡng điện tử và quản lý doanh thu.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4754880"/>
            <a:ext cx="48463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846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VIÊN (ADMIN)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51206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người dùng, kiểm duyệt gara đối tác, giám sát toàn bộ hoạt động giao dịch và thống kê tăng trưởng hệ thống qua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KIẾN TRÚC HỆ THỐNG &amp; CÔNG NGHỆ SỬ DỤNG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Clean Architecture 3 lớp đảm bảo tính mở rộng, bảo mật và hiệu năng cao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 PHÁT TRIỂN (TECH STACK)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Front-end Architecture: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ReactJS (Vite), TailwindCSS, Shadcn/ui Components, Recharts, Socket.IO Client, Axios, Mobile-First Responsive.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Back-end Clean Architecture: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Framework (TypeScript), Modules Controller - Service - Gateway, JWT Authentication, BCrypt băm mật khẩu, Nodemailer SMTP.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&amp; Caching Engine: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SQL Server (2014+) chuẩn hóa 3NF, Non-clustered Indexes trên UserID, VehicleID, ExecutionDate.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&amp; Automation Engine: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Tesseract.js OCR Engine trích xuất biển số xe, Google Generative AI (Chatbot tư vấn xe), Cron Job Scheduling (@Cron 00:00).</a:t>
            </a:r>
            <a:endParaRPr lang="en-US" sz="1100" dirty="0"/>
          </a:p>
        </p:txBody>
      </p:sp>
      <p:pic>
        <p:nvPicPr>
          <p:cNvPr id="11" name="Image 0" descr="D:\DOANTOTNGHIEP\hinh_2_1_clea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71600"/>
            <a:ext cx="5760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PHÂN TÍCH &amp; THIẾT KẾ CƠ SỞ DỮ LIỆU (ERD)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bảng dữ liệu chuẩn hóa quan hệ toàn vẹn và tối ưu hóa hiệu năng truy vấn</a:t>
            </a:r>
            <a:endParaRPr lang="en-US" sz="1250" dirty="0"/>
          </a:p>
        </p:txBody>
      </p:sp>
      <p:pic>
        <p:nvPicPr>
          <p:cNvPr id="5" name="Image 0" descr="D:\DOANTOTNGHIEP\hinh_3_3_mo_hinh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THỰC THỂ CỐT LÕI (11 BẢNG)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Định danh tài khoản, mật khẩu băm, Role.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Vehicles: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Xe cá nhân &amp; xe dịch vụ (HTX, Phù hiệu, Odo).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LegalDocuments: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Đăng kiểm, Bảo hiểm TNDS, Bằng lái.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MaintenanceCategories &amp; Items: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 trận mốc km.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MaintenanceSchedules: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Lịch nhắc bảo dưỡng theo km/ngày.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MaintenanceHistory: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Sổ nhật ký chi tiết vật tư &amp; chi phí.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Garages &amp; Appointments: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Mạng lưới gara &amp; đặt lịch hẹn.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Notifications: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Lưu trữ thông báo đẩy đa kênh.
</a:t>
            </a: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GarageReviews &amp; Payments: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Đánh giá &amp; thanh toán online.
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QUẢN LÝ PHƯƠNG TIỆN &amp; ĐỘI XE THƯƠNG MẠI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Hỗ trợ quản lý đa phương tiện (ô tô, xe máy) và phân hệ chuyên biệt cho xe chạy dịch vụ</a:t>
            </a:r>
            <a:endParaRPr lang="en-US" sz="1250" dirty="0"/>
          </a:p>
        </p:txBody>
      </p:sp>
      <p:pic>
        <p:nvPicPr>
          <p:cNvPr id="5" name="Image 0" descr="D:\DOANTOTNGHIEP\hinh_4_2_quan_ly_phuong_t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ĐẶC TẢ NGHIỆP VỤ NỔI BẬT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Phân loại xe linh hoạt: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đồng thời Ô tô và Xe máy với các trường kỹ thuật chuẩn (Hãng, Dòng xe, Năm SX, Biển số Unique).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Quản lý xe Dịch vụ (Commercial Fleet):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Bổ sung thông tin Mã Hợp tác xã (HTX) và Số Phù hiệu xe cho tài xế Grab, Be, Taxi công nghệ.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Cập nhật Odometer nhanh: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Popup cập nhật kilomet hàng ngày/tuần với validation chặn nhập số km mới nhỏ hơn số km cũ.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Tự động kích hoạt bộ lịch mẫu: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thêm xe mới, hệ thống tự động sinh sẵn các mốc nhắc bảo dưỡng +5k km, +10k km, +40k km.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QUẢN LÝ HỒ SƠ PHÁP LÝ, ĐĂNG KIỂM &amp; BẢO HIỂM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Giám sát chu kỳ kiểm định kỹ thuật, bảo hiểm bắt buộc TNDS và cảnh báo 3 cấp độ</a:t>
            </a:r>
            <a:endParaRPr lang="en-US" sz="1250" dirty="0"/>
          </a:p>
        </p:txBody>
      </p:sp>
      <p:pic>
        <p:nvPicPr>
          <p:cNvPr id="5" name="Image 0" descr="D:\DOANTOTNGHIEP\hinh_4_3_ho_so_phap_ly_dang_ki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CẢNH BÁO 3 CẤP ĐỘ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Quản lý 4 nhóm giấy tờ: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Đăng kiểm ô tô, Bảo hiểm TNDS bắt buộc, Bảo hiểm thân vỏ tự nguyện, Giấy phép lái xe.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Động cơ phân loại màu sắc tự động:
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XANH (Còn hạn an toàn): &gt; 30 ngày.
  - CAM (Sắp hết hạn): &lt;= 30 ngày (cần gia hạn).
  - ĐỎ (Đã quá hạn nguy hiểm): &lt; 0 ngày.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Tính toán thời gian thực: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Sử dụng DATEDIFF(day, GETDATE(), ExpiryDate) đếm ngược số ngày chính xác từng giây.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Gia hạn 1 chạm: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Cập nhật chu kỳ mới lưu giữ toàn bộ vết lịch sử.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07. MA TRẬN BẢO DƯỠNG &amp; ĐỘNG CƠ CẢNH BÁO TỰ ĐỘNG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hóa quy trình kỹ thuật xe ô tô và tự động hóa khâu giám sát bằng Cron Job ngầm</a:t>
            </a:r>
            <a:endParaRPr lang="en-US" sz="1250" dirty="0"/>
          </a:p>
        </p:txBody>
      </p:sp>
      <p:pic>
        <p:nvPicPr>
          <p:cNvPr id="5" name="Image 0" descr="D:\DOANTOTNGHIEP\hinh_4_4_ma_tran_bao_duong_g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ĐẶC TẢ MA TRẬN &amp; CRON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Chuẩn hóa Ma trận mốc Km: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Gói 5.000 km (Nhớt máy) -&gt; Gói 10.000 km (Lọc dầu, đảo lốp) -&gt; Gói 20.000 km (Lọc gió/AC) -&gt; Gói 40.000 km (Dầu số, bugi, nước mát).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Cron Job Quét ngầm (@Cron 00:00):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động rà soát hạn giấy tờ và mốc kilomet (TargetOdometer - CurrentOdometer &lt;= 500 km).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Hạ tầng thông báo đa kênh: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Bắn tín hiệu tức thì qua WebSockets Socket.IO (In-app Popup) kết hợp gửi Email HTML qua Nodemailer SMTP.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08. QUY TRÌNH NGHIỆP VỤ BẢO DƯỠNG GARA 4 BƯỚC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hóa toàn diện sự phối hợp giữa Khách hàng - Tiếp tân - Kỹ thuật viên Gara</a:t>
            </a:r>
            <a:endParaRPr lang="en-US" sz="1250" dirty="0"/>
          </a:p>
        </p:txBody>
      </p:sp>
      <p:pic>
        <p:nvPicPr>
          <p:cNvPr id="5" name="Image 0" descr="D:\DOANTOTNGHIEP\hinh_4_5_dong_co_canh_bao_dat_l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BƯỚC VẬN HÀNH DỊCH VỤ GARA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1: TIẾP NHẬN &amp; ĐỊNH DANH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Quét biển số xe bằng WebCam AI OCR, truy xuất hồ sơ và lịch sử xe.
</a:t>
            </a: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2: KIỂM TRA &amp; LÊN PHƯƠNG ÁN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Kỹ thuật viên kiểm tra xe thực tế, tích chọn checklist mốc kilomet.
</a:t>
            </a: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3: BÁO GIÁ &amp; XÁC NHẬN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Cố vấn lập báo giá điện tử (vật tư + tiền công + VAT), khách hàng duyệt trên app.
</a:t>
            </a: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4: THI CÔNG &amp; NGHIỆM THU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Kỹ thuật thi công, nghiệm thu, xuất hóa đơn và tự động ghi sổ bảo dưỡng.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09. ĐỘT PHÁ CÔNG NGHỆ: AI OCR QUÉT BIỂN SỐ XE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Ứng dụng Tesseract OCR &amp; Regex chuẩn hóa biển số xe Việt Nam trực tiếp qua WebCam</a:t>
            </a:r>
            <a:endParaRPr lang="en-US" sz="1250" dirty="0"/>
          </a:p>
        </p:txBody>
      </p:sp>
      <p:pic>
        <p:nvPicPr>
          <p:cNvPr id="5" name="Image 0" descr="D:\DOANTOTNGHIEP\hinh_4_3_ai_ocr_so_dang_ki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XỬ LÝ AI OCR THỰC TẾ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Bóc tách 100% bằng AI thực tế: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Sử dụng Tesseract.js OCR engine xử lý trực tiếp hình ảnh/video từ WebCam của thiết bị.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 Chế độ linh hoạt: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Chụp trực tiếp từ camera xưởng hoặc tải tệp ảnh có sẵn lên hệ thống.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Bộ lọc Regex biển số Việt Nam: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động chuẩn hóa định dạng biển số 1 dòng và 2 dòng (VD: 30G-567.89, 51K-123.45).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Định danh &amp; Điền tự động: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 xuất ngay thông tin xe trong CSDL, giảm 90% thời gian gõ phím tại quầy tiếp tân.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TRỢ LÝ AI CHATBOT &amp; THỐNG KÊ TRỰC QUAN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Trợ lý Trí tuệ Nhân tạo tư vấn kỹ thuật và hệ thống biểu đồ phân tích chi phí</a:t>
            </a:r>
            <a:endParaRPr lang="en-US" sz="1250" dirty="0"/>
          </a:p>
        </p:txBody>
      </p:sp>
      <p:pic>
        <p:nvPicPr>
          <p:cNvPr id="5" name="Image 0" descr="D:\DOANTOTNGHIEP\hinh_4_6_ai_chatbot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NĂNG NỔI BẬT KHÁC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Trợ lý AutoCare AI: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mô hình ngôn ngữ lớn LLM, giải đáp tức thì ý nghĩa đèn báo lỗi taplo xe (Check Engine, ABS...), tư vấn cách chăm sóc xe.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Dashboard Recharts trực quan: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Biểu đồ tròn cơ cấu chi phí, biểu đồ cột so sánh chi tiêu theo tháng, biểu đồ đường theo dõi kilomet.
</a:t>
            </a: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Đánh giá Gara &amp; Xuất báo cáo: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 điểm sao 1-5 sao minh bạch uy tín xưởng; Xuất file CSV (UTF-8 BOM) và Hóa đơn sửa chữa.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KIỂM THỬ HỆ THỐNG &amp; ĐẢM BẢO CHẤT LƯỢNG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toàn diện chức năng (Black-box), kiểm thử API Postman và kịch bản bất thường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520440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Chức năng (Black-box)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Test Scenarios hoàn thành đạt yêu cầu.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Xác thực phân quyền 3 Role (User, Garage, Admin) nghiêm ngặt.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Chặn truy cập trái phép qua Protected Routes và JWT Guards.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463040"/>
            <a:ext cx="35204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API &amp; Ràng buộc CSDL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28600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Kiểm tra toàn bộ Endpoints với dữ liệu hợp lệ và biên dị thường.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Kiểm tra ràng buộc Unique Biển số xe.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Kiểm tra tính toàn vẹn Transaction khi hoàn tất bảo dưỡng.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520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463040"/>
            <a:ext cx="35204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Real-time &amp; Ngoại lệ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28600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Đảm bảo độ trễ thông báo WebSockets &lt; 200ms.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Xử lý ảnh OCR bị mờ/nghiêng bằng khung chỉnh sửa bù trừ trực tiếp.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Kiểm thử gửi Email SMTP khi mất kết nối mạng và phục hồi.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KẾT QUẢ ĐẠT ĐƯỢC &amp; ĐÓNG GÓP CỦA ĐỀ TÀI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những giá trị thực tiễn và tính ứng dụng nổi bật của hệ thống ACOH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91440" cy="2240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Về mặt Kỹ thuật &amp; Công nghệ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Xây dựng thành công hệ thống Web App Responsive chuẩn Mobile-First bằng ReactJS &amp; NestJS Clean Architecture.
• Thiết kế CSDL SQL Server chuẩn hóa quan hệ toàn vẹn, đánh index tối ưu hóa tốc độ truy vấn.
• Tích hợp thành công AI OCR Tesseract nhận diện biển số xe thực tế và WebSockets Real-time thông suốt.
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9167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86200"/>
            <a:ext cx="91440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Về mặt Nghiệp vụ &amp; Thực tiễn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Giải quyết triệt để bài toán quên hạn đăng kiểm, bảo hiểm và mốc thay dầu cho chủ phương tiện.
• Cung cấp quy trình vận hành dịch vụ gara 4 bước minh bạch, số hóa phiếu kiểm tra và hóa đơn điện tử.
• Tạo dựng kênh kết nối trực tiếp, tin cậy giữa chủ xe và hệ thống trạm dịch vụ.
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ĐỊNH HƯỚNG PHÁT TRIỂN TRONG TƯƠNG LAI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mở rộng các tính năng thông minh và kết nối phần cứng IoT Telematics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223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91440" cy="2240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01: Cổng Tin nhắn Zalo ZNS / SMS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cảnh báo trực tiếp qua Zalo OA và Brandname SMS đến số điện thoại chủ xe, đảm bảo không bỏ lỡ thông báo.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223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63040"/>
            <a:ext cx="91440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02: AI OCR Sổ Đăng Kiểm Tự Động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Ứng dụng AI Vision bóc tách toàn bộ thông số kỹ thuật (Số khung VIN, Số máy, Hạn kiểm định) từ ảnh chụp sổ đăng kiểm.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4223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91440" cy="2240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03: Kết nối Phần cứng IoT OBD2 / GPS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Cắm thiết bị OBD2 tự động đồng bộ số Odometer thực tế và đọc mã lỗi phần cứng xe theo thời gian thực.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4223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91440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04: Ứng dụng Di động Native 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Đóng gói ứng dụng di động trên nền tảng React Native / Flutter cho iOS và Android kèm Push Notification Firebase FCM.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751680"/>
            <a:ext cx="1828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1376172" y="97531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CHÂN THÀNH CẢM ƠN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-1281276" y="1209889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QUÝ THẦY CÔ TRONG HỘI ĐỒNG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-554400" y="196783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lắng nghe và theo dõi phần trình bày Báo cáo Đồ án Tốt nghiệp!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29248" y="2704249"/>
            <a:ext cx="5382720" cy="167335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4144" y="292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HỎI ĐÁP &amp; ĐÓNG GÓP Ý KIẾN (Q&amp;A)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05584" y="31118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Kính mong nhận được những nhận xét, đánh giá và câu hỏi phản biện từ Quý Thầy Cô để nhóm tiếp tục hoàn thiện đề tài.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2527</Words>
  <Application>Microsoft Office PowerPoint</Application>
  <PresentationFormat>On-screen Show (16:9)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Hội đồng Bảo vệ Đồ án Tốt nghiệp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Tốt Nghiệp - AutoCare Office Helper (ACOH)</dc:title>
  <dc:subject>Hệ thống Quản lý Lịch Đăng kiểm, Bảo dưỡng và Bảo hiểm Phương tiện</dc:subject>
  <dc:creator>Sinh viên thực hiện Đồ án Tốt nghiệp</dc:creator>
  <cp:lastModifiedBy>Nhu Huynh</cp:lastModifiedBy>
  <cp:revision>2</cp:revision>
  <dcterms:created xsi:type="dcterms:W3CDTF">2026-08-28T14:32:15Z</dcterms:created>
  <dcterms:modified xsi:type="dcterms:W3CDTF">2026-08-28T17:03:21Z</dcterms:modified>
</cp:coreProperties>
</file>